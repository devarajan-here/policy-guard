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35874bade94bb2" /><Relationship Type="http://schemas.openxmlformats.org/officeDocument/2006/relationships/extended-properties" Target="/docProps/app.xml" Id="R83393edc37cb4baf" /><Relationship Type="http://schemas.openxmlformats.org/officeDocument/2006/relationships/officeDocument" Target="/ppt/presentation.xml" Id="Rdd84d17efdbb4e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bea6e6190f4442"/>
  </p:sldMasterIdLst>
  <p:notesMasterIdLst>
    <p:notesMasterId xmlns:r="http://schemas.openxmlformats.org/officeDocument/2006/relationships" r:id="Rcfd1c6b71f9b435c"/>
  </p:notesMasterIdLst>
  <p:sldIdLst>
    <p:sldId xmlns:r="http://schemas.openxmlformats.org/officeDocument/2006/relationships" id="256" r:id="R13f7473e34014b16"/>
    <p:sldId xmlns:r="http://schemas.openxmlformats.org/officeDocument/2006/relationships" id="257" r:id="R376f28ec361840f1"/>
    <p:sldId xmlns:r="http://schemas.openxmlformats.org/officeDocument/2006/relationships" id="258" r:id="Rb9639e2abb68422f"/>
    <p:sldId xmlns:r="http://schemas.openxmlformats.org/officeDocument/2006/relationships" id="259" r:id="R1f1615cfebe3453b"/>
    <p:sldId xmlns:r="http://schemas.openxmlformats.org/officeDocument/2006/relationships" id="260" r:id="R4547a80a95724ef1"/>
    <p:sldId xmlns:r="http://schemas.openxmlformats.org/officeDocument/2006/relationships" id="261" r:id="R9e0312860fcc4202"/>
    <p:sldId xmlns:r="http://schemas.openxmlformats.org/officeDocument/2006/relationships" id="262" r:id="Rca73a47656af4512"/>
    <p:sldId xmlns:r="http://schemas.openxmlformats.org/officeDocument/2006/relationships" id="263" r:id="R625011bad7934fb8"/>
    <p:sldId xmlns:r="http://schemas.openxmlformats.org/officeDocument/2006/relationships" id="264" r:id="Rdb13769a2f8b4125"/>
    <p:sldId xmlns:r="http://schemas.openxmlformats.org/officeDocument/2006/relationships" id="265" r:id="Re39b81508c834722"/>
    <p:sldId xmlns:r="http://schemas.openxmlformats.org/officeDocument/2006/relationships" id="266" r:id="R3a45942c3e3444da"/>
    <p:sldId xmlns:r="http://schemas.openxmlformats.org/officeDocument/2006/relationships" id="267" r:id="Rd0503a8d0df24911"/>
    <p:sldId xmlns:r="http://schemas.openxmlformats.org/officeDocument/2006/relationships" id="268" r:id="R710571f9483a41a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d9e96a4ed846a7" /><Relationship Type="http://schemas.openxmlformats.org/officeDocument/2006/relationships/slideMaster" Target="/ppt/slideMasters/slideMaster1.xml" Id="Rdebea6e6190f4442" /><Relationship Type="http://schemas.openxmlformats.org/officeDocument/2006/relationships/notesMaster" Target="/ppt/notesMasters/notesMaster1.xml" Id="Rcfd1c6b71f9b435c" /><Relationship Type="http://schemas.openxmlformats.org/officeDocument/2006/relationships/presProps" Target="/ppt/presProps.xml" Id="R622b255759434e13" /><Relationship Type="http://schemas.openxmlformats.org/officeDocument/2006/relationships/tableStyles" Target="/ppt/tableStyles.xml" Id="R58637cd3d4634661" /><Relationship Type="http://schemas.openxmlformats.org/officeDocument/2006/relationships/slide" Target="/ppt/slides/slide1.xml" Id="R13f7473e34014b16" /><Relationship Type="http://schemas.openxmlformats.org/officeDocument/2006/relationships/slide" Target="/ppt/slides/slide2.xml" Id="R376f28ec361840f1" /><Relationship Type="http://schemas.openxmlformats.org/officeDocument/2006/relationships/slide" Target="/ppt/slides/slide3.xml" Id="Rb9639e2abb68422f" /><Relationship Type="http://schemas.openxmlformats.org/officeDocument/2006/relationships/slide" Target="/ppt/slides/slide4.xml" Id="R1f1615cfebe3453b" /><Relationship Type="http://schemas.openxmlformats.org/officeDocument/2006/relationships/slide" Target="/ppt/slides/slide5.xml" Id="R4547a80a95724ef1" /><Relationship Type="http://schemas.openxmlformats.org/officeDocument/2006/relationships/slide" Target="/ppt/slides/slide6.xml" Id="R9e0312860fcc4202" /><Relationship Type="http://schemas.openxmlformats.org/officeDocument/2006/relationships/slide" Target="/ppt/slides/slide7.xml" Id="Rca73a47656af4512" /><Relationship Type="http://schemas.openxmlformats.org/officeDocument/2006/relationships/slide" Target="/ppt/slides/slide8.xml" Id="R625011bad7934fb8" /><Relationship Type="http://schemas.openxmlformats.org/officeDocument/2006/relationships/slide" Target="/ppt/slides/slide9.xml" Id="Rdb13769a2f8b4125" /><Relationship Type="http://schemas.openxmlformats.org/officeDocument/2006/relationships/slide" Target="/ppt/slides/slide10.xml" Id="Re39b81508c834722" /><Relationship Type="http://schemas.openxmlformats.org/officeDocument/2006/relationships/slide" Target="/ppt/slides/slide11.xml" Id="R3a45942c3e3444da" /><Relationship Type="http://schemas.openxmlformats.org/officeDocument/2006/relationships/slide" Target="/ppt/slides/slide12.xml" Id="Rd0503a8d0df24911" /><Relationship Type="http://schemas.openxmlformats.org/officeDocument/2006/relationships/slide" Target="/ppt/slides/slide13.xml" Id="R710571f9483a41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3ba32e7ec447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103e1514894e1a" /><Relationship Type="http://schemas.openxmlformats.org/officeDocument/2006/relationships/notesMaster" Target="/ppt/notesMasters/notesMaster1.xml" Id="R71b091f613cb49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0ae330bb8b4536" /><Relationship Type="http://schemas.openxmlformats.org/officeDocument/2006/relationships/notesMaster" Target="/ppt/notesMasters/notesMaster1.xml" Id="R4959a4130bed4f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c48fb1115042ab" /><Relationship Type="http://schemas.openxmlformats.org/officeDocument/2006/relationships/notesMaster" Target="/ppt/notesMasters/notesMaster1.xml" Id="R7c48e936189f4f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b38e3e13914ca7" /><Relationship Type="http://schemas.openxmlformats.org/officeDocument/2006/relationships/notesMaster" Target="/ppt/notesMasters/notesMaster1.xml" Id="R04fae720a14240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09b11c7dcc4d77" /><Relationship Type="http://schemas.openxmlformats.org/officeDocument/2006/relationships/notesMaster" Target="/ppt/notesMasters/notesMaster1.xml" Id="R944a83a5331949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c3734ec10c4a7d" /><Relationship Type="http://schemas.openxmlformats.org/officeDocument/2006/relationships/notesMaster" Target="/ppt/notesMasters/notesMaster1.xml" Id="Re62f0aa3d8ca48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a1edc91c154617" /><Relationship Type="http://schemas.openxmlformats.org/officeDocument/2006/relationships/notesMaster" Target="/ppt/notesMasters/notesMaster1.xml" Id="R5ad43f302c8a40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3a9d5cf9e7459e" /><Relationship Type="http://schemas.openxmlformats.org/officeDocument/2006/relationships/notesMaster" Target="/ppt/notesMasters/notesMaster1.xml" Id="Re7ab95f826da40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2bf90ed19e4f7b" /><Relationship Type="http://schemas.openxmlformats.org/officeDocument/2006/relationships/notesMaster" Target="/ppt/notesMasters/notesMaster1.xml" Id="Ref8414f4405f45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40971d846e4bfa" /><Relationship Type="http://schemas.openxmlformats.org/officeDocument/2006/relationships/notesMaster" Target="/ppt/notesMasters/notesMaster1.xml" Id="Ra365d84fb8bd4f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f59705ffa34da7" /><Relationship Type="http://schemas.openxmlformats.org/officeDocument/2006/relationships/notesMaster" Target="/ppt/notesMasters/notesMaster1.xml" Id="R70f54f9924f641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4525c968c94b65" /><Relationship Type="http://schemas.openxmlformats.org/officeDocument/2006/relationships/notesMaster" Target="/ppt/notesMasters/notesMaster1.xml" Id="R0e53481f34d145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1816b05ebe49ea" /><Relationship Type="http://schemas.openxmlformats.org/officeDocument/2006/relationships/notesMaster" Target="/ppt/notesMasters/notesMaster1.xml" Id="R0825036245fb47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1598f8404540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2075d0917b473b" /><Relationship Type="http://schemas.openxmlformats.org/officeDocument/2006/relationships/slideLayout" Target="/ppt/slideLayouts/slideLayout1.xml" Id="Re64576d040294e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4576d040294e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66b2a9c064917" /><Relationship Type="http://schemas.openxmlformats.org/officeDocument/2006/relationships/notesSlide" Target="/ppt/notesSlides/notesSlide1.xml" Id="R0298c177f0824d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5d170300a478e" /><Relationship Type="http://schemas.openxmlformats.org/officeDocument/2006/relationships/notesSlide" Target="/ppt/notesSlides/notesSlide2.xml" Id="Rc75053dd40a445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48011835643a2" /><Relationship Type="http://schemas.openxmlformats.org/officeDocument/2006/relationships/notesSlide" Target="/ppt/notesSlides/notesSlide3.xml" Id="Rb262859f16244c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d792ee5284d97" /><Relationship Type="http://schemas.openxmlformats.org/officeDocument/2006/relationships/notesSlide" Target="/ppt/notesSlides/notesSlide4.xml" Id="R7852100a530249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7c4a63cf64641" /><Relationship Type="http://schemas.openxmlformats.org/officeDocument/2006/relationships/notesSlide" Target="/ppt/notesSlides/notesSlide5.xml" Id="Rff8e48ba63de40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a3999559447bc" /><Relationship Type="http://schemas.openxmlformats.org/officeDocument/2006/relationships/notesSlide" Target="/ppt/notesSlides/notesSlide6.xml" Id="Ra21afe2bba3044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9937342ff4e0f" /><Relationship Type="http://schemas.openxmlformats.org/officeDocument/2006/relationships/notesSlide" Target="/ppt/notesSlides/notesSlide7.xml" Id="R4933a47c367e49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f66ea19ff4bd4" /><Relationship Type="http://schemas.openxmlformats.org/officeDocument/2006/relationships/notesSlide" Target="/ppt/notesSlides/notesSlide8.xml" Id="R23325d0bc03842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b587722e94cb6" /><Relationship Type="http://schemas.openxmlformats.org/officeDocument/2006/relationships/notesSlide" Target="/ppt/notesSlides/notesSlide9.xml" Id="R7aec56983f8d4c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5070f10a34a98" /><Relationship Type="http://schemas.openxmlformats.org/officeDocument/2006/relationships/notesSlide" Target="/ppt/notesSlides/notesSlide10.xml" Id="R675ab1cd69ec40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2ecda2ca44cb7" /><Relationship Type="http://schemas.openxmlformats.org/officeDocument/2006/relationships/notesSlide" Target="/ppt/notesSlides/notesSlide11.xml" Id="Rd570ac1c7f624e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b5afd2c854233" /><Relationship Type="http://schemas.openxmlformats.org/officeDocument/2006/relationships/notesSlide" Target="/ppt/notesSlides/notesSlide12.xml" Id="Rbc14985fe1aa4d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7afccfd13498c" /><Relationship Type="http://schemas.openxmlformats.org/officeDocument/2006/relationships/notesSlide" Target="/ppt/notesSlides/notesSlide13.xml" Id="R71d96bb524624d0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60731F13-7BD9-4523-953A-D5E8E6D8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Secure HR
Assistant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C7CF048-D008-4742-9350-B695C179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Enterprise AI self-service protected by authorization, data minimization and the Konsole security gateway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78ADC597-22C1-4FB5-8CDA-3A8C7495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ABC PVT LTD  |  PROJECT PROPOSAL</a:t>
            </a:r>
          </a:p>
        </p:txBody>
      </p:sp>
    </p:spTree>
    <p:extLst>
      <p:ext uri="{BB962C8B-B14F-4D97-AF65-F5344CB8AC3E}">
        <p14:creationId xmlns:p14="http://schemas.microsoft.com/office/powerpoint/2010/main" val="3898091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DAD9FD8-B333-459A-AE7A-CB804A8B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0F50E82-38E0-48D9-8831-378BA135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HR self-service is valuable only when confidentiality survives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82260790-75DF-4F1A-A129-35516636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872F02B8-9309-4286-B3C7-C3902DE4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535E62E-32CA-43B0-9ACB-BBB13053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Excess data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Whole records create unnecessary exposure.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EC6EE05-248C-4662-8659-5DB6184A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attacks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Injection and jailbreak attempts target sensitive information.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501FA09D-E518-4FBE-8827-1ED600F0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AB37D361-C706-4CC0-B40C-B66605F0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5832E565-435B-4142-910B-81DEC00E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4C4E0990-DDBF-43F6-8D8C-23DEAFC0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Slow support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Repetitive requests create HR workload and employee delay.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E0B5EC73-9C92-4E84-B653-1C921EA1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8F65B79B-1BE3-49A2-B6B0-1CA3303B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BUSINESS TENSION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Employees expect instant answers, while HR must protect payroll, identity, leave and performance data. 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general chatbot can improve speed but can also expose records or follow malicious instructions.</a:t>
            </a:r>
          </a:p>
        </p:txBody>
      </p:sp>
    </p:spTree>
    <p:extLst>
      <p:ext uri="{BB962C8B-B14F-4D97-AF65-F5344CB8AC3E}">
        <p14:creationId xmlns:p14="http://schemas.microsoft.com/office/powerpoint/2010/main" val="16039229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CFB73115-2BA5-4B5F-933E-B98E6A2E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A6FA0AB-8B11-4E07-9EB5-CDB52EE3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solution separates identity, permission, data and AI processing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E1C93C4-68D3-4118-A8F8-3D2EB67D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Verify the user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JWT, OAuth or SSO establishes the employee identity and secure session.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89D3D44-26F4-44B5-B85C-B45BED85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Authorize every request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RBAC and ABAC decide which subject and data fields the user may access.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E9D66A3-DD01-4B66-865D-5BD6EE0D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Retrieve the minimum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repository returns only the fields required for the approved question.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8AAE17B-924A-4E76-BE66-5C42195E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Protect the AI call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Konsole applies PII, injection, jailbreak, encryption and model-routing controls.</a:t>
            </a:r>
          </a:p>
        </p:txBody>
      </p:sp>
    </p:spTree>
    <p:extLst>
      <p:ext uri="{BB962C8B-B14F-4D97-AF65-F5344CB8AC3E}">
        <p14:creationId xmlns:p14="http://schemas.microsoft.com/office/powerpoint/2010/main" val="18352505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08E625A-9C0E-4316-89B1-95BB8002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958E41A-4179-4875-A684-7746FD20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Four control boundaries keep the language model out of authorization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F6F4C224-8EDE-4013-9086-D83E787B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Users + API gateway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E0EBF51-7BD7-47C3-A89F-DB17B590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A3EACA3D-BEEF-4636-B9CA-CDD99717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Authentication + session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8063662-1233-42FF-83BC-EE5C94FE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1A7A69E0-83DD-412F-8DAC-722BC9E8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HR backend + repository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CF1BEBEB-FD06-4A9F-9AAE-6CEA3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72EF0ABA-22AC-4784-B802-C37ACA92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Konsole + approved LLM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CBDCF3B6-8380-4F0F-BF25-444A0372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8588531E-396F-4F4B-BD22-70B8C5E1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LAYERED ENTERPRISE ARCHITECTURE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Each boundary owns one security decision. The LLM receives authorized context; it never decides who may access employee data.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4833768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4C303FB-79E2-4B4E-A9A8-D1C3F977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8A68874D-AF6C-4B46-96B2-87DF6424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permitted answer passes through three controlled decisions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17CF7E8-E075-4BDF-BECE-B3AA2727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5E84DDBF-1570-4734-B63A-C8CFBBB9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420073CF-21FC-44A9-A173-30A0B3C1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3593FA0A-1B5F-4658-BBB0-41696D71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 IDENTITY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15FC9B58-20A1-472C-9701-F5655C0A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 ACCESS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EF5B5FF4-87BD-46C1-B675-194DB37B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 AI SECURITY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87A094E6-6FA9-48A6-8728-DA4B5F6B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Authorize + retrieve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Evaluate RBAC/ABAC and fetch only the minimum approved fields.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CF910535-8C08-4615-9954-879813D2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Authenticate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Verify the session and bind it to employee ID, role and department.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1B547360-C445-413F-9ADC-CB0B0A31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Protect + answer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Konsole checks the transaction, routes to an approved LLM and returns the response.</a:t>
            </a:r>
          </a:p>
        </p:txBody>
      </p:sp>
    </p:spTree>
    <p:extLst>
      <p:ext uri="{BB962C8B-B14F-4D97-AF65-F5344CB8AC3E}">
        <p14:creationId xmlns:p14="http://schemas.microsoft.com/office/powerpoint/2010/main" val="14659427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DFD45F0-19A0-4B71-B164-AE681171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7050A80-60B8-4266-BD48-46E3F5A9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Unauthorized requests stop before Konsole is called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3CDDAFA8-BC2B-436F-A159-10421782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8786319-EFBD-488F-A60A-EEE1E357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AUTHORIZED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2EEF36CA-3AA4-4655-8330-00FF2258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“What is my leave balance?”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Identity matches requested record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Minimum leave field proceeds to the protected AI path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05A34890-1F8A-4B7A-B372-D3FB526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AA38EB77-6CB5-4533-B9D0-0D1CA003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DENIED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DE8FD95-5144-4F14-9C57-5503084B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“What is Rahul’s salary?”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Requested subject is outside employee permission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record retrieval and no Konsole call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56EC3D0-5F81-45C8-BC74-8531FD3D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DECISIVE CONTROL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Authorization belongs to the HR backend—not to the prompt, Konsole or the LLM. 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PII masking supports approved processing but never replaces permission checks.</a:t>
            </a:r>
          </a:p>
        </p:txBody>
      </p:sp>
    </p:spTree>
    <p:extLst>
      <p:ext uri="{BB962C8B-B14F-4D97-AF65-F5344CB8AC3E}">
        <p14:creationId xmlns:p14="http://schemas.microsoft.com/office/powerpoint/2010/main" val="6679734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72E90959-DFF9-4F03-B4A1-F8A71EEB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CAC5554-E38A-467B-96A5-439784E0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Defense in depth covers data access and AI-specific threats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F6D818F9-9C38-49AD-8BD7-E7701689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Injection defense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Prompt manipulation detection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1A4B9E7F-6238-49B2-9D35-CBACFBF5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Jailbreak defense
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Policy-bypass attempt blocking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E39F9EF9-0FA2-4A4B-A573-59ED1ACE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Encryption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Protected service communication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2B9475BA-3C9C-4484-99DD-5B7462D0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Auditability
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Correlated security events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180D833E-E044-43A4-97AF-4B662868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Identity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JWT, OAuth, SSO and secure sessions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5C16F3A1-CA6B-4896-B4A7-A5A8FF4B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Authorization
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Deny-by-default RBAC and ABAC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1E40152A-59F8-44DC-B0D3-F425D317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Minimization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Field-level retrieval only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C65CA4B3-E3F1-415E-B663-BAE62F30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PII controls
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Detection and masking where permitted</a:t>
            </a:r>
          </a:p>
        </p:txBody>
      </p:sp>
    </p:spTree>
    <p:extLst>
      <p:ext uri="{BB962C8B-B14F-4D97-AF65-F5344CB8AC3E}">
        <p14:creationId xmlns:p14="http://schemas.microsoft.com/office/powerpoint/2010/main" val="196810625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018AE2A-103C-4530-BDD7-7F9A2658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A7C0A3B-57E0-4E62-A544-5D45CE7B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demo proves normal access and four failure-safe behaviours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2BB22AA3-BC4B-4AE6-9746-226332EF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6E7D206-AB04-47E5-95D3-C41FC21A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4376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Cross-employee request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Another employee’s salary is denied locally.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1733A328-D421-46C5-9A7F-BB97DCB6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11EBBF8-A5A3-42C2-A1CF-767F3E0E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166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Self-service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Own leave or payroll summary returns from approved data.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8BC5944A-9052-48B3-A1C3-3D633D7A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C97200F4-DBEA-451A-9978-4D334013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166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PII extraction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Bulk Aadhaar or identity requests are denied and logged.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BC7557D6-5C2F-4C86-948E-1D3E091F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159DCC3E-245C-46A9-AD0A-1EF51F64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166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Prompt injection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Ignore-instructions attacks are blocked or safely refused.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1735C9E0-9CA3-499B-8332-AE72BF7F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DEMONSTRATION PLAN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Each scenario shows the control decision and whether an AI call is allowed.</a:t>
            </a:r>
          </a:p>
        </p:txBody>
      </p:sp>
    </p:spTree>
    <p:extLst>
      <p:ext uri="{BB962C8B-B14F-4D97-AF65-F5344CB8AC3E}">
        <p14:creationId xmlns:p14="http://schemas.microsoft.com/office/powerpoint/2010/main" val="16437469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C227BE84-83D9-4F6B-AD11-48297449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F74CF9AE-E40C-4D70-B2B3-ADDF5712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MVP concentrates on the controls needed for a credible pilot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07B5D77D-8FB9-44A3-BF47-0F6122FF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Secure employee chat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Authenticated sessions for leave, salary summary, profile and policy questions.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5212ABA-CAB0-4ADA-AC63-E25B2410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Enterprise data connector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approved database, HR API or governed CSV/Excel import.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ABB5D98-F13E-412A-B714-BEE69AE5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Policy enforcement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Employee, HR and administrator roles with explicit denials.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F9EB1BD-728F-4471-B191-29A82BC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8195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Operational evidence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Security logs, test evidence, administrator guide and demonstration scripts.</a:t>
            </a:r>
          </a:p>
        </p:txBody>
      </p:sp>
    </p:spTree>
    <p:extLst>
      <p:ext uri="{BB962C8B-B14F-4D97-AF65-F5344CB8AC3E}">
        <p14:creationId xmlns:p14="http://schemas.microsoft.com/office/powerpoint/2010/main" val="180539698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51206271-D0C0-4CCF-97C1-189A76BE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90C99128-415C-4AAA-9123-33CE9251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Delivery moves from approved controls to a measured pilot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DE2F21C-7D72-4665-A590-EEEBED82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10D0411-F45D-4E66-B550-4145C083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E474FEAC-16FC-49D6-A898-53EE8A1D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7228117C-30B3-45B2-B285-2E34F2F1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431CD637-267E-43ED-B063-E3E58D13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Discover + approve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Confirm use cases, data classification, roles, threat model, access matrix and target architecture.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70A41E44-D11E-4053-91B2-B825F743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9BE7A6A4-F6D8-40C5-969E-41DEEED9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Integrate + protect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 authentication, HR APIs, authorization, repository access and the Konsole security pipeline.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D9D33C80-6557-4E12-9C9A-77D9FD3B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05CD42DC-D237-4EE5-8847-2BDFC4BE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 + pilot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 functional, privacy, authorization and attack tests before controlled user acceptance.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7872339A-EFEB-4AF2-859E-CD8126E5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D7173CC6-206E-40CA-8DAC-DFB4619B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DESIGN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EE545F36-943C-46B4-BAFC-D3CA88D6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</a:t>
            </a:r>
          </a:p>
        </p:txBody>
      </p:sp>
    </p:spTree>
    <p:extLst>
      <p:ext uri="{BB962C8B-B14F-4D97-AF65-F5344CB8AC3E}">
        <p14:creationId xmlns:p14="http://schemas.microsoft.com/office/powerpoint/2010/main" val="64932616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BD433B4-672A-4E5F-A961-DD39F9FF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96886AB-8501-4BD8-ACBD-7B0C82F2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Acceptance is based on correct answers and secure refusals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176765F7-28C6-4D24-985C-FDA4CEDE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1658618-64DC-46AE-A7ED-00E064E1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748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Access enforcement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Unauthorized tests are denied before an AI call.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5FB9D612-7FC7-4DCA-86CC-1C1C1668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710AEEE-4C5E-48C8-9DCC-3C0E6687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166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Functional accuracy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Authorized responses match the authoritative HR source.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139B76DF-9418-4CCB-84AB-111A34AF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3D3283DD-DEB8-403E-BF0E-2162A64A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166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Audit completeness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Sample requests are traceable across all security boundaries.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861B632F-AAF4-4634-B8E6-F3CB63A4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0E452DA1-6BCD-49E2-99D2-1F99F00A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8514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Attack resistance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Injection, jailbreak and token attacks fail safely.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D06B049B-BFF1-4B26-AF2A-AA30BBC7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EVIDENCE, NOT ASSUMPTION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pilot should demonstrate both usefulness and the absence of prohibited data flow.</a:t>
            </a:r>
          </a:p>
        </p:txBody>
      </p:sp>
    </p:spTree>
    <p:extLst>
      <p:ext uri="{BB962C8B-B14F-4D97-AF65-F5344CB8AC3E}">
        <p14:creationId xmlns:p14="http://schemas.microsoft.com/office/powerpoint/2010/main" val="47604393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D197CCD-D739-4DE0-B95E-221BBA85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8CC41F1B-F522-410E-A135-9B4C4521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Success combines HR efficiency, employee trust and security evidence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2CE52D2-FE4A-40F0-9C6D-DEF5F2B6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Service outcome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More common questions resolved without manual HR intervention.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D2B0861-77A8-44BB-89E9-9D446B0D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Experience outcome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Responsive answers, strong task completion and positive pilot feedback.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DD1AFA4-4C9A-4FCB-8413-1C215B2C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Security outcome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unauthorized test is stopped before sensitive context reaches AI.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562EA8B-13BF-415E-92FA-3A7633AD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Governance outcome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Auditable decisions, defined owners and repeatable release testing.</a:t>
            </a:r>
          </a:p>
        </p:txBody>
      </p:sp>
    </p:spTree>
    <p:extLst>
      <p:ext uri="{BB962C8B-B14F-4D97-AF65-F5344CB8AC3E}">
        <p14:creationId xmlns:p14="http://schemas.microsoft.com/office/powerpoint/2010/main" val="62472172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767D9349-5AD1-436D-9D0E-EEBB1FAD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Approve a focused
discovery workshop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9B9E57F-5F14-47CB-B9D6-A51BA03D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Finalize MVP use cases and data source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Approve RBAC/ABAC and Konsole controls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CF2F60A-7461-42FA-9237-DA826FB9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9680667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2026-07-30T10:18:13.9950000Z</dcterms:created>
  <dcterms:modified xsi:type="dcterms:W3CDTF">2026-07-30T10:18:13.9950000Z</dcterms:modified>
</coreProperties>
</file>